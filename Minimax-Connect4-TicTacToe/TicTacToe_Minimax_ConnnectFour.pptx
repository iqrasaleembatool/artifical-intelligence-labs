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3" r:id="rId9"/>
    <p:sldId id="272" r:id="rId10"/>
    <p:sldId id="264" r:id="rId11"/>
    <p:sldId id="265" r:id="rId12"/>
    <p:sldId id="266" r:id="rId13"/>
    <p:sldId id="267" r:id="rId14"/>
    <p:sldId id="269" r:id="rId15"/>
    <p:sldId id="270" r:id="rId16"/>
    <p:sldId id="268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401E72-B1FB-4A79-A5AA-83AF62A3A22C}" v="1" dt="2025-10-23T14:23:56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188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" userId="1e809369-5cec-4e25-a896-25a99c3a75ee" providerId="ADAL" clId="{F7401E72-B1FB-4A79-A5AA-83AF62A3A22C}"/>
    <pc:docChg chg="undo custSel addSld modSld">
      <pc:chgData name="Ali" userId="1e809369-5cec-4e25-a896-25a99c3a75ee" providerId="ADAL" clId="{F7401E72-B1FB-4A79-A5AA-83AF62A3A22C}" dt="2025-10-23T14:28:26.192" v="138" actId="20577"/>
      <pc:docMkLst>
        <pc:docMk/>
      </pc:docMkLst>
      <pc:sldChg chg="modSp mod">
        <pc:chgData name="Ali" userId="1e809369-5cec-4e25-a896-25a99c3a75ee" providerId="ADAL" clId="{F7401E72-B1FB-4A79-A5AA-83AF62A3A22C}" dt="2025-10-23T14:28:26.192" v="138" actId="20577"/>
        <pc:sldMkLst>
          <pc:docMk/>
          <pc:sldMk cId="0" sldId="264"/>
        </pc:sldMkLst>
        <pc:spChg chg="mod">
          <ac:chgData name="Ali" userId="1e809369-5cec-4e25-a896-25a99c3a75ee" providerId="ADAL" clId="{F7401E72-B1FB-4A79-A5AA-83AF62A3A22C}" dt="2025-10-23T14:28:26.192" v="138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Ali" userId="1e809369-5cec-4e25-a896-25a99c3a75ee" providerId="ADAL" clId="{F7401E72-B1FB-4A79-A5AA-83AF62A3A22C}" dt="2025-10-23T14:18:36.782" v="9" actId="20577"/>
        <pc:sldMkLst>
          <pc:docMk/>
          <pc:sldMk cId="0" sldId="268"/>
        </pc:sldMkLst>
        <pc:spChg chg="mod">
          <ac:chgData name="Ali" userId="1e809369-5cec-4e25-a896-25a99c3a75ee" providerId="ADAL" clId="{F7401E72-B1FB-4A79-A5AA-83AF62A3A22C}" dt="2025-10-23T14:18:36.782" v="9" actId="20577"/>
          <ac:spMkLst>
            <pc:docMk/>
            <pc:sldMk cId="0" sldId="268"/>
            <ac:spMk id="2" creationId="{00000000-0000-0000-0000-000000000000}"/>
          </ac:spMkLst>
        </pc:spChg>
      </pc:sldChg>
      <pc:sldChg chg="addSp modSp add mod">
        <pc:chgData name="Ali" userId="1e809369-5cec-4e25-a896-25a99c3a75ee" providerId="ADAL" clId="{F7401E72-B1FB-4A79-A5AA-83AF62A3A22C}" dt="2025-10-23T14:24:29.813" v="137" actId="14100"/>
        <pc:sldMkLst>
          <pc:docMk/>
          <pc:sldMk cId="3834999104" sldId="273"/>
        </pc:sldMkLst>
        <pc:spChg chg="mod">
          <ac:chgData name="Ali" userId="1e809369-5cec-4e25-a896-25a99c3a75ee" providerId="ADAL" clId="{F7401E72-B1FB-4A79-A5AA-83AF62A3A22C}" dt="2025-10-23T14:18:50.399" v="30" actId="20577"/>
          <ac:spMkLst>
            <pc:docMk/>
            <pc:sldMk cId="3834999104" sldId="273"/>
            <ac:spMk id="2" creationId="{00000000-0000-0000-0000-000000000000}"/>
          </ac:spMkLst>
        </pc:spChg>
        <pc:spChg chg="mod">
          <ac:chgData name="Ali" userId="1e809369-5cec-4e25-a896-25a99c3a75ee" providerId="ADAL" clId="{F7401E72-B1FB-4A79-A5AA-83AF62A3A22C}" dt="2025-10-23T14:24:29.813" v="137" actId="14100"/>
          <ac:spMkLst>
            <pc:docMk/>
            <pc:sldMk cId="3834999104" sldId="273"/>
            <ac:spMk id="3" creationId="{00000000-0000-0000-0000-000000000000}"/>
          </ac:spMkLst>
        </pc:spChg>
        <pc:picChg chg="add mod modCrop">
          <ac:chgData name="Ali" userId="1e809369-5cec-4e25-a896-25a99c3a75ee" providerId="ADAL" clId="{F7401E72-B1FB-4A79-A5AA-83AF62A3A22C}" dt="2025-10-23T14:24:26.269" v="136" actId="1076"/>
          <ac:picMkLst>
            <pc:docMk/>
            <pc:sldMk cId="3834999104" sldId="273"/>
            <ac:picMk id="5" creationId="{E24518B7-2A34-F7CC-F06E-A46741FC173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B75505-423B-417D-8DDC-7FE850D6A2F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2B7C828-6B43-42FE-BC6C-B06216A357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 Wins → +10</a:t>
          </a:r>
        </a:p>
      </dgm:t>
    </dgm:pt>
    <dgm:pt modelId="{9BE66AA1-4129-4B07-A74B-D08458D50249}" type="parTrans" cxnId="{979C9010-EB73-4A1B-96E4-17F54E0C9F3C}">
      <dgm:prSet/>
      <dgm:spPr/>
      <dgm:t>
        <a:bodyPr/>
        <a:lstStyle/>
        <a:p>
          <a:endParaRPr lang="en-US"/>
        </a:p>
      </dgm:t>
    </dgm:pt>
    <dgm:pt modelId="{DC185D14-A7AE-4C30-AB68-3A9FB7F6C891}" type="sibTrans" cxnId="{979C9010-EB73-4A1B-96E4-17F54E0C9F3C}">
      <dgm:prSet/>
      <dgm:spPr/>
      <dgm:t>
        <a:bodyPr/>
        <a:lstStyle/>
        <a:p>
          <a:endParaRPr lang="en-US"/>
        </a:p>
      </dgm:t>
    </dgm:pt>
    <dgm:pt modelId="{B3024909-34AE-492B-B46C-C2923EAD08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Tie → 0</a:t>
          </a:r>
        </a:p>
      </dgm:t>
    </dgm:pt>
    <dgm:pt modelId="{374697F3-F83B-4C18-8034-EF1D99CE55DF}" type="parTrans" cxnId="{680D935A-B14C-454E-B8D8-E37199B2AEAA}">
      <dgm:prSet/>
      <dgm:spPr/>
      <dgm:t>
        <a:bodyPr/>
        <a:lstStyle/>
        <a:p>
          <a:endParaRPr lang="en-US"/>
        </a:p>
      </dgm:t>
    </dgm:pt>
    <dgm:pt modelId="{FA3B3BFB-6C97-4FF4-9401-8047A3A04311}" type="sibTrans" cxnId="{680D935A-B14C-454E-B8D8-E37199B2AEAA}">
      <dgm:prSet/>
      <dgm:spPr/>
      <dgm:t>
        <a:bodyPr/>
        <a:lstStyle/>
        <a:p>
          <a:endParaRPr lang="en-US"/>
        </a:p>
      </dgm:t>
    </dgm:pt>
    <dgm:pt modelId="{947AC6A3-2B02-4DA5-861F-A40A29A7A5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Human Wins → -10</a:t>
          </a:r>
        </a:p>
      </dgm:t>
    </dgm:pt>
    <dgm:pt modelId="{CED80BAF-8122-4CD4-8732-87DF0139BC75}" type="parTrans" cxnId="{348B1B39-46AD-4CB1-8E36-A9313DF2BBDB}">
      <dgm:prSet/>
      <dgm:spPr/>
      <dgm:t>
        <a:bodyPr/>
        <a:lstStyle/>
        <a:p>
          <a:endParaRPr lang="en-US"/>
        </a:p>
      </dgm:t>
    </dgm:pt>
    <dgm:pt modelId="{2AECD4E5-7500-49EA-8325-346E1EE7F58C}" type="sibTrans" cxnId="{348B1B39-46AD-4CB1-8E36-A9313DF2BBDB}">
      <dgm:prSet/>
      <dgm:spPr/>
      <dgm:t>
        <a:bodyPr/>
        <a:lstStyle/>
        <a:p>
          <a:endParaRPr lang="en-US"/>
        </a:p>
      </dgm:t>
    </dgm:pt>
    <dgm:pt modelId="{388D0DBC-7317-4BC5-A32F-55F6E0E7FCFB}" type="pres">
      <dgm:prSet presAssocID="{68B75505-423B-417D-8DDC-7FE850D6A2F2}" presName="root" presStyleCnt="0">
        <dgm:presLayoutVars>
          <dgm:dir/>
          <dgm:resizeHandles val="exact"/>
        </dgm:presLayoutVars>
      </dgm:prSet>
      <dgm:spPr/>
    </dgm:pt>
    <dgm:pt modelId="{1A3D623F-F4EC-4CB5-AD32-7551AF0ADD08}" type="pres">
      <dgm:prSet presAssocID="{72B7C828-6B43-42FE-BC6C-B06216A357B2}" presName="compNode" presStyleCnt="0"/>
      <dgm:spPr/>
    </dgm:pt>
    <dgm:pt modelId="{4FE5A6AC-03B9-4BCF-A27E-E215A91FD648}" type="pres">
      <dgm:prSet presAssocID="{72B7C828-6B43-42FE-BC6C-B06216A357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FA43C286-A6ED-4337-A33E-B3BA01C2664A}" type="pres">
      <dgm:prSet presAssocID="{72B7C828-6B43-42FE-BC6C-B06216A357B2}" presName="spaceRect" presStyleCnt="0"/>
      <dgm:spPr/>
    </dgm:pt>
    <dgm:pt modelId="{BC86033E-2962-4DEF-ACD6-972D72DBA0F8}" type="pres">
      <dgm:prSet presAssocID="{72B7C828-6B43-42FE-BC6C-B06216A357B2}" presName="textRect" presStyleLbl="revTx" presStyleIdx="0" presStyleCnt="3" custScaleX="155245">
        <dgm:presLayoutVars>
          <dgm:chMax val="1"/>
          <dgm:chPref val="1"/>
        </dgm:presLayoutVars>
      </dgm:prSet>
      <dgm:spPr/>
    </dgm:pt>
    <dgm:pt modelId="{7D8F75D4-58F9-4D4D-982A-6B53F98E4D93}" type="pres">
      <dgm:prSet presAssocID="{DC185D14-A7AE-4C30-AB68-3A9FB7F6C891}" presName="sibTrans" presStyleCnt="0"/>
      <dgm:spPr/>
    </dgm:pt>
    <dgm:pt modelId="{E59D7017-C243-4238-85FB-F48711CC9C4A}" type="pres">
      <dgm:prSet presAssocID="{947AC6A3-2B02-4DA5-861F-A40A29A7A57D}" presName="compNode" presStyleCnt="0"/>
      <dgm:spPr/>
    </dgm:pt>
    <dgm:pt modelId="{25E0FE6C-2F9D-460C-9189-626F98A8488A}" type="pres">
      <dgm:prSet presAssocID="{947AC6A3-2B02-4DA5-861F-A40A29A7A57D}" presName="iconRect" presStyleLbl="node1" presStyleIdx="1" presStyleCnt="3" custLinFactNeighborX="-39611" custLinFactNeighborY="924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DA49F11C-08A7-49BC-AAC0-19BB47213BF6}" type="pres">
      <dgm:prSet presAssocID="{947AC6A3-2B02-4DA5-861F-A40A29A7A57D}" presName="spaceRect" presStyleCnt="0"/>
      <dgm:spPr/>
    </dgm:pt>
    <dgm:pt modelId="{778D7BA5-1DBF-465D-BB03-7E18359C6321}" type="pres">
      <dgm:prSet presAssocID="{947AC6A3-2B02-4DA5-861F-A40A29A7A57D}" presName="textRect" presStyleLbl="revTx" presStyleIdx="1" presStyleCnt="3" custScaleX="174531" custLinFactNeighborX="-17825" custLinFactNeighborY="-1384">
        <dgm:presLayoutVars>
          <dgm:chMax val="1"/>
          <dgm:chPref val="1"/>
        </dgm:presLayoutVars>
      </dgm:prSet>
      <dgm:spPr/>
    </dgm:pt>
    <dgm:pt modelId="{49C68D52-A75E-4511-A7B8-04B013398810}" type="pres">
      <dgm:prSet presAssocID="{2AECD4E5-7500-49EA-8325-346E1EE7F58C}" presName="sibTrans" presStyleCnt="0"/>
      <dgm:spPr/>
    </dgm:pt>
    <dgm:pt modelId="{3DA61EA3-889F-4FB1-96E3-40FB0A4DE4C3}" type="pres">
      <dgm:prSet presAssocID="{B3024909-34AE-492B-B46C-C2923EAD087E}" presName="compNode" presStyleCnt="0"/>
      <dgm:spPr/>
    </dgm:pt>
    <dgm:pt modelId="{BC37234F-D1FD-45BD-929B-41A4A7EBFC58}" type="pres">
      <dgm:prSet presAssocID="{B3024909-34AE-492B-B46C-C2923EAD087E}" presName="iconRect" presStyleLbl="node1" presStyleIdx="2" presStyleCnt="3" custLinFactNeighborX="-43074" custLinFactNeighborY="924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69F9EB0-98B2-4A02-B573-CE48BB524CE9}" type="pres">
      <dgm:prSet presAssocID="{B3024909-34AE-492B-B46C-C2923EAD087E}" presName="spaceRect" presStyleCnt="0"/>
      <dgm:spPr/>
    </dgm:pt>
    <dgm:pt modelId="{1378F116-10F6-43C9-A2F0-2025EB1DF965}" type="pres">
      <dgm:prSet presAssocID="{B3024909-34AE-492B-B46C-C2923EAD087E}" presName="textRect" presStyleLbl="revTx" presStyleIdx="2" presStyleCnt="3" custLinFactNeighborX="-20492">
        <dgm:presLayoutVars>
          <dgm:chMax val="1"/>
          <dgm:chPref val="1"/>
        </dgm:presLayoutVars>
      </dgm:prSet>
      <dgm:spPr/>
    </dgm:pt>
  </dgm:ptLst>
  <dgm:cxnLst>
    <dgm:cxn modelId="{979C9010-EB73-4A1B-96E4-17F54E0C9F3C}" srcId="{68B75505-423B-417D-8DDC-7FE850D6A2F2}" destId="{72B7C828-6B43-42FE-BC6C-B06216A357B2}" srcOrd="0" destOrd="0" parTransId="{9BE66AA1-4129-4B07-A74B-D08458D50249}" sibTransId="{DC185D14-A7AE-4C30-AB68-3A9FB7F6C891}"/>
    <dgm:cxn modelId="{07B7381B-C71E-48A2-B8BF-8F83850C6995}" type="presOf" srcId="{68B75505-423B-417D-8DDC-7FE850D6A2F2}" destId="{388D0DBC-7317-4BC5-A32F-55F6E0E7FCFB}" srcOrd="0" destOrd="0" presId="urn:microsoft.com/office/officeart/2018/2/layout/IconLabelList"/>
    <dgm:cxn modelId="{126D321D-3464-4B1E-98C9-5D0161B901E5}" type="presOf" srcId="{72B7C828-6B43-42FE-BC6C-B06216A357B2}" destId="{BC86033E-2962-4DEF-ACD6-972D72DBA0F8}" srcOrd="0" destOrd="0" presId="urn:microsoft.com/office/officeart/2018/2/layout/IconLabelList"/>
    <dgm:cxn modelId="{348B1B39-46AD-4CB1-8E36-A9313DF2BBDB}" srcId="{68B75505-423B-417D-8DDC-7FE850D6A2F2}" destId="{947AC6A3-2B02-4DA5-861F-A40A29A7A57D}" srcOrd="1" destOrd="0" parTransId="{CED80BAF-8122-4CD4-8732-87DF0139BC75}" sibTransId="{2AECD4E5-7500-49EA-8325-346E1EE7F58C}"/>
    <dgm:cxn modelId="{680D935A-B14C-454E-B8D8-E37199B2AEAA}" srcId="{68B75505-423B-417D-8DDC-7FE850D6A2F2}" destId="{B3024909-34AE-492B-B46C-C2923EAD087E}" srcOrd="2" destOrd="0" parTransId="{374697F3-F83B-4C18-8034-EF1D99CE55DF}" sibTransId="{FA3B3BFB-6C97-4FF4-9401-8047A3A04311}"/>
    <dgm:cxn modelId="{9C7ED4C8-34CB-4590-80CE-9AE223019F9B}" type="presOf" srcId="{B3024909-34AE-492B-B46C-C2923EAD087E}" destId="{1378F116-10F6-43C9-A2F0-2025EB1DF965}" srcOrd="0" destOrd="0" presId="urn:microsoft.com/office/officeart/2018/2/layout/IconLabelList"/>
    <dgm:cxn modelId="{913411E4-1050-45C0-96FF-0379CB26AC85}" type="presOf" srcId="{947AC6A3-2B02-4DA5-861F-A40A29A7A57D}" destId="{778D7BA5-1DBF-465D-BB03-7E18359C6321}" srcOrd="0" destOrd="0" presId="urn:microsoft.com/office/officeart/2018/2/layout/IconLabelList"/>
    <dgm:cxn modelId="{14C2639C-66E2-4965-A2B0-554E31A321A3}" type="presParOf" srcId="{388D0DBC-7317-4BC5-A32F-55F6E0E7FCFB}" destId="{1A3D623F-F4EC-4CB5-AD32-7551AF0ADD08}" srcOrd="0" destOrd="0" presId="urn:microsoft.com/office/officeart/2018/2/layout/IconLabelList"/>
    <dgm:cxn modelId="{6B06DA67-DB76-4715-A1A2-01DFF5DC14A1}" type="presParOf" srcId="{1A3D623F-F4EC-4CB5-AD32-7551AF0ADD08}" destId="{4FE5A6AC-03B9-4BCF-A27E-E215A91FD648}" srcOrd="0" destOrd="0" presId="urn:microsoft.com/office/officeart/2018/2/layout/IconLabelList"/>
    <dgm:cxn modelId="{9D84356A-CDC8-4E78-9E08-31636F02B7CF}" type="presParOf" srcId="{1A3D623F-F4EC-4CB5-AD32-7551AF0ADD08}" destId="{FA43C286-A6ED-4337-A33E-B3BA01C2664A}" srcOrd="1" destOrd="0" presId="urn:microsoft.com/office/officeart/2018/2/layout/IconLabelList"/>
    <dgm:cxn modelId="{9EAB8C06-3908-4FAA-B70F-EE11C3BF2FA1}" type="presParOf" srcId="{1A3D623F-F4EC-4CB5-AD32-7551AF0ADD08}" destId="{BC86033E-2962-4DEF-ACD6-972D72DBA0F8}" srcOrd="2" destOrd="0" presId="urn:microsoft.com/office/officeart/2018/2/layout/IconLabelList"/>
    <dgm:cxn modelId="{D674CFCD-42EF-4141-A90B-B7976B9CD07E}" type="presParOf" srcId="{388D0DBC-7317-4BC5-A32F-55F6E0E7FCFB}" destId="{7D8F75D4-58F9-4D4D-982A-6B53F98E4D93}" srcOrd="1" destOrd="0" presId="urn:microsoft.com/office/officeart/2018/2/layout/IconLabelList"/>
    <dgm:cxn modelId="{34B01F05-2177-449F-BB73-4DE0931850DE}" type="presParOf" srcId="{388D0DBC-7317-4BC5-A32F-55F6E0E7FCFB}" destId="{E59D7017-C243-4238-85FB-F48711CC9C4A}" srcOrd="2" destOrd="0" presId="urn:microsoft.com/office/officeart/2018/2/layout/IconLabelList"/>
    <dgm:cxn modelId="{DD161F09-D0E4-4B90-A7A5-9D88EBE0C2A8}" type="presParOf" srcId="{E59D7017-C243-4238-85FB-F48711CC9C4A}" destId="{25E0FE6C-2F9D-460C-9189-626F98A8488A}" srcOrd="0" destOrd="0" presId="urn:microsoft.com/office/officeart/2018/2/layout/IconLabelList"/>
    <dgm:cxn modelId="{3EC63A86-922D-4F6C-8BF3-A1397582FE3B}" type="presParOf" srcId="{E59D7017-C243-4238-85FB-F48711CC9C4A}" destId="{DA49F11C-08A7-49BC-AAC0-19BB47213BF6}" srcOrd="1" destOrd="0" presId="urn:microsoft.com/office/officeart/2018/2/layout/IconLabelList"/>
    <dgm:cxn modelId="{9AFFD3D1-3279-4EFA-8FE6-040CD7443E8E}" type="presParOf" srcId="{E59D7017-C243-4238-85FB-F48711CC9C4A}" destId="{778D7BA5-1DBF-465D-BB03-7E18359C6321}" srcOrd="2" destOrd="0" presId="urn:microsoft.com/office/officeart/2018/2/layout/IconLabelList"/>
    <dgm:cxn modelId="{F02D7220-F9D8-430E-BBF6-9D4CE6EC8309}" type="presParOf" srcId="{388D0DBC-7317-4BC5-A32F-55F6E0E7FCFB}" destId="{49C68D52-A75E-4511-A7B8-04B013398810}" srcOrd="3" destOrd="0" presId="urn:microsoft.com/office/officeart/2018/2/layout/IconLabelList"/>
    <dgm:cxn modelId="{700497C4-869A-47CE-B83C-779B2D1035E3}" type="presParOf" srcId="{388D0DBC-7317-4BC5-A32F-55F6E0E7FCFB}" destId="{3DA61EA3-889F-4FB1-96E3-40FB0A4DE4C3}" srcOrd="4" destOrd="0" presId="urn:microsoft.com/office/officeart/2018/2/layout/IconLabelList"/>
    <dgm:cxn modelId="{D01FB621-5233-42D7-8A86-57BD96983B23}" type="presParOf" srcId="{3DA61EA3-889F-4FB1-96E3-40FB0A4DE4C3}" destId="{BC37234F-D1FD-45BD-929B-41A4A7EBFC58}" srcOrd="0" destOrd="0" presId="urn:microsoft.com/office/officeart/2018/2/layout/IconLabelList"/>
    <dgm:cxn modelId="{E67229E7-DECA-44F6-9DEB-34784E364648}" type="presParOf" srcId="{3DA61EA3-889F-4FB1-96E3-40FB0A4DE4C3}" destId="{069F9EB0-98B2-4A02-B573-CE48BB524CE9}" srcOrd="1" destOrd="0" presId="urn:microsoft.com/office/officeart/2018/2/layout/IconLabelList"/>
    <dgm:cxn modelId="{C82F6470-4ABD-48FF-AB85-C25A66433C6A}" type="presParOf" srcId="{3DA61EA3-889F-4FB1-96E3-40FB0A4DE4C3}" destId="{1378F116-10F6-43C9-A2F0-2025EB1DF96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5EC7EC-A449-40EF-BDE7-18A24CC6E1B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C46C9C-89B4-460E-AC54-34FF25359674}">
      <dgm:prSet/>
      <dgm:spPr/>
      <dgm:t>
        <a:bodyPr/>
        <a:lstStyle/>
        <a:p>
          <a:r>
            <a:rPr lang="en-US" dirty="0"/>
            <a:t>Time Complexity: O(</a:t>
          </a:r>
          <a:r>
            <a:rPr lang="en-US" dirty="0" err="1"/>
            <a:t>b^m</a:t>
          </a:r>
          <a:r>
            <a:rPr lang="en-US" dirty="0"/>
            <a:t>)</a:t>
          </a:r>
        </a:p>
      </dgm:t>
    </dgm:pt>
    <dgm:pt modelId="{254E0BC5-8FC7-4C73-8118-B78EEE17FD18}" type="parTrans" cxnId="{EA934737-AE83-4FCF-8E64-67EE224BF709}">
      <dgm:prSet/>
      <dgm:spPr/>
      <dgm:t>
        <a:bodyPr/>
        <a:lstStyle/>
        <a:p>
          <a:endParaRPr lang="en-US"/>
        </a:p>
      </dgm:t>
    </dgm:pt>
    <dgm:pt modelId="{C30C7C67-4554-41C2-8B6F-CD5300EB02B1}" type="sibTrans" cxnId="{EA934737-AE83-4FCF-8E64-67EE224BF709}">
      <dgm:prSet/>
      <dgm:spPr/>
      <dgm:t>
        <a:bodyPr/>
        <a:lstStyle/>
        <a:p>
          <a:endParaRPr lang="en-US"/>
        </a:p>
      </dgm:t>
    </dgm:pt>
    <dgm:pt modelId="{0800C67B-9EFB-434F-BF52-18D997B7D342}">
      <dgm:prSet/>
      <dgm:spPr/>
      <dgm:t>
        <a:bodyPr/>
        <a:lstStyle/>
        <a:p>
          <a:r>
            <a:rPr lang="en-US"/>
            <a:t>Space Complexity: O(bm)</a:t>
          </a:r>
        </a:p>
      </dgm:t>
    </dgm:pt>
    <dgm:pt modelId="{051F093B-77C7-4DB9-97E5-3C0955D2070F}" type="parTrans" cxnId="{82BD8F05-2C59-4829-B84B-92F6C12B2605}">
      <dgm:prSet/>
      <dgm:spPr/>
      <dgm:t>
        <a:bodyPr/>
        <a:lstStyle/>
        <a:p>
          <a:endParaRPr lang="en-US"/>
        </a:p>
      </dgm:t>
    </dgm:pt>
    <dgm:pt modelId="{2B976648-116F-4694-9497-46F6C827C042}" type="sibTrans" cxnId="{82BD8F05-2C59-4829-B84B-92F6C12B2605}">
      <dgm:prSet/>
      <dgm:spPr/>
      <dgm:t>
        <a:bodyPr/>
        <a:lstStyle/>
        <a:p>
          <a:endParaRPr lang="en-US"/>
        </a:p>
      </dgm:t>
    </dgm:pt>
    <dgm:pt modelId="{BDFF0C10-359F-472E-877D-6F4AB93FB3CF}">
      <dgm:prSet/>
      <dgm:spPr/>
      <dgm:t>
        <a:bodyPr/>
        <a:lstStyle/>
        <a:p>
          <a:r>
            <a:rPr lang="en-US" dirty="0"/>
            <a:t>Efficient for small games like </a:t>
          </a:r>
        </a:p>
        <a:p>
          <a:r>
            <a:rPr lang="en-US" dirty="0"/>
            <a:t>Tic-Tac-Toe.</a:t>
          </a:r>
        </a:p>
      </dgm:t>
    </dgm:pt>
    <dgm:pt modelId="{99732811-4E55-417D-939D-5FA33A71E8E8}" type="parTrans" cxnId="{637EE53A-49D0-4C9E-96F0-D6F41EC1D0D4}">
      <dgm:prSet/>
      <dgm:spPr/>
      <dgm:t>
        <a:bodyPr/>
        <a:lstStyle/>
        <a:p>
          <a:endParaRPr lang="en-US"/>
        </a:p>
      </dgm:t>
    </dgm:pt>
    <dgm:pt modelId="{B2861C24-9D1A-4F59-A1C3-898F39E2F87F}" type="sibTrans" cxnId="{637EE53A-49D0-4C9E-96F0-D6F41EC1D0D4}">
      <dgm:prSet/>
      <dgm:spPr/>
      <dgm:t>
        <a:bodyPr/>
        <a:lstStyle/>
        <a:p>
          <a:endParaRPr lang="en-US"/>
        </a:p>
      </dgm:t>
    </dgm:pt>
    <dgm:pt modelId="{A5EDC840-A19D-4D3D-9A41-F5B4E099F928}" type="pres">
      <dgm:prSet presAssocID="{365EC7EC-A449-40EF-BDE7-18A24CC6E1B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946E7BD-8242-4A33-825B-667B4E0322CE}" type="pres">
      <dgm:prSet presAssocID="{49C46C9C-89B4-460E-AC54-34FF25359674}" presName="hierRoot1" presStyleCnt="0"/>
      <dgm:spPr/>
    </dgm:pt>
    <dgm:pt modelId="{3535FBE5-4E0C-452F-B62C-AF0192531381}" type="pres">
      <dgm:prSet presAssocID="{49C46C9C-89B4-460E-AC54-34FF25359674}" presName="composite" presStyleCnt="0"/>
      <dgm:spPr/>
    </dgm:pt>
    <dgm:pt modelId="{DBE87883-F63A-4ED9-910E-06975F519FBC}" type="pres">
      <dgm:prSet presAssocID="{49C46C9C-89B4-460E-AC54-34FF25359674}" presName="background" presStyleLbl="node0" presStyleIdx="0" presStyleCnt="3"/>
      <dgm:spPr/>
    </dgm:pt>
    <dgm:pt modelId="{3E847F53-0591-4A39-A39C-51AD3E623EF0}" type="pres">
      <dgm:prSet presAssocID="{49C46C9C-89B4-460E-AC54-34FF25359674}" presName="text" presStyleLbl="fgAcc0" presStyleIdx="0" presStyleCnt="3">
        <dgm:presLayoutVars>
          <dgm:chPref val="3"/>
        </dgm:presLayoutVars>
      </dgm:prSet>
      <dgm:spPr/>
    </dgm:pt>
    <dgm:pt modelId="{AE779B95-B48F-4148-A70C-306EB1D7BB49}" type="pres">
      <dgm:prSet presAssocID="{49C46C9C-89B4-460E-AC54-34FF25359674}" presName="hierChild2" presStyleCnt="0"/>
      <dgm:spPr/>
    </dgm:pt>
    <dgm:pt modelId="{C888A03F-AA66-4F52-BBAD-B0F1F505BBBD}" type="pres">
      <dgm:prSet presAssocID="{0800C67B-9EFB-434F-BF52-18D997B7D342}" presName="hierRoot1" presStyleCnt="0"/>
      <dgm:spPr/>
    </dgm:pt>
    <dgm:pt modelId="{39C5022E-66FE-49F2-B9AE-28F318FC8618}" type="pres">
      <dgm:prSet presAssocID="{0800C67B-9EFB-434F-BF52-18D997B7D342}" presName="composite" presStyleCnt="0"/>
      <dgm:spPr/>
    </dgm:pt>
    <dgm:pt modelId="{DFA1E7AF-4665-4432-A559-85B671EE4B25}" type="pres">
      <dgm:prSet presAssocID="{0800C67B-9EFB-434F-BF52-18D997B7D342}" presName="background" presStyleLbl="node0" presStyleIdx="1" presStyleCnt="3"/>
      <dgm:spPr/>
    </dgm:pt>
    <dgm:pt modelId="{187B42CF-1576-46D1-A896-02C77B406F08}" type="pres">
      <dgm:prSet presAssocID="{0800C67B-9EFB-434F-BF52-18D997B7D342}" presName="text" presStyleLbl="fgAcc0" presStyleIdx="1" presStyleCnt="3">
        <dgm:presLayoutVars>
          <dgm:chPref val="3"/>
        </dgm:presLayoutVars>
      </dgm:prSet>
      <dgm:spPr/>
    </dgm:pt>
    <dgm:pt modelId="{ADC2E8AA-3371-48E0-A062-1382AA7F3ACE}" type="pres">
      <dgm:prSet presAssocID="{0800C67B-9EFB-434F-BF52-18D997B7D342}" presName="hierChild2" presStyleCnt="0"/>
      <dgm:spPr/>
    </dgm:pt>
    <dgm:pt modelId="{EF88B39D-24C1-4598-907F-06B26AF942C8}" type="pres">
      <dgm:prSet presAssocID="{BDFF0C10-359F-472E-877D-6F4AB93FB3CF}" presName="hierRoot1" presStyleCnt="0"/>
      <dgm:spPr/>
    </dgm:pt>
    <dgm:pt modelId="{02127517-E274-4DBD-8752-F9D9E6058110}" type="pres">
      <dgm:prSet presAssocID="{BDFF0C10-359F-472E-877D-6F4AB93FB3CF}" presName="composite" presStyleCnt="0"/>
      <dgm:spPr/>
    </dgm:pt>
    <dgm:pt modelId="{508315C9-C3CA-48DF-9EF1-B91BBDD62E1A}" type="pres">
      <dgm:prSet presAssocID="{BDFF0C10-359F-472E-877D-6F4AB93FB3CF}" presName="background" presStyleLbl="node0" presStyleIdx="2" presStyleCnt="3"/>
      <dgm:spPr/>
    </dgm:pt>
    <dgm:pt modelId="{F6275D3B-46EE-493F-BC43-F2C59DD6A31A}" type="pres">
      <dgm:prSet presAssocID="{BDFF0C10-359F-472E-877D-6F4AB93FB3CF}" presName="text" presStyleLbl="fgAcc0" presStyleIdx="2" presStyleCnt="3">
        <dgm:presLayoutVars>
          <dgm:chPref val="3"/>
        </dgm:presLayoutVars>
      </dgm:prSet>
      <dgm:spPr/>
    </dgm:pt>
    <dgm:pt modelId="{D3D7B33B-7A74-4EC5-A01B-715C17C9B8E0}" type="pres">
      <dgm:prSet presAssocID="{BDFF0C10-359F-472E-877D-6F4AB93FB3CF}" presName="hierChild2" presStyleCnt="0"/>
      <dgm:spPr/>
    </dgm:pt>
  </dgm:ptLst>
  <dgm:cxnLst>
    <dgm:cxn modelId="{82BD8F05-2C59-4829-B84B-92F6C12B2605}" srcId="{365EC7EC-A449-40EF-BDE7-18A24CC6E1B3}" destId="{0800C67B-9EFB-434F-BF52-18D997B7D342}" srcOrd="1" destOrd="0" parTransId="{051F093B-77C7-4DB9-97E5-3C0955D2070F}" sibTransId="{2B976648-116F-4694-9497-46F6C827C042}"/>
    <dgm:cxn modelId="{6BA19012-2CBD-46FE-AC79-8D24C4BFBA82}" type="presOf" srcId="{0800C67B-9EFB-434F-BF52-18D997B7D342}" destId="{187B42CF-1576-46D1-A896-02C77B406F08}" srcOrd="0" destOrd="0" presId="urn:microsoft.com/office/officeart/2005/8/layout/hierarchy1"/>
    <dgm:cxn modelId="{D9752A2A-2ACB-4CBF-A7CF-299B8462F165}" type="presOf" srcId="{BDFF0C10-359F-472E-877D-6F4AB93FB3CF}" destId="{F6275D3B-46EE-493F-BC43-F2C59DD6A31A}" srcOrd="0" destOrd="0" presId="urn:microsoft.com/office/officeart/2005/8/layout/hierarchy1"/>
    <dgm:cxn modelId="{EA934737-AE83-4FCF-8E64-67EE224BF709}" srcId="{365EC7EC-A449-40EF-BDE7-18A24CC6E1B3}" destId="{49C46C9C-89B4-460E-AC54-34FF25359674}" srcOrd="0" destOrd="0" parTransId="{254E0BC5-8FC7-4C73-8118-B78EEE17FD18}" sibTransId="{C30C7C67-4554-41C2-8B6F-CD5300EB02B1}"/>
    <dgm:cxn modelId="{637EE53A-49D0-4C9E-96F0-D6F41EC1D0D4}" srcId="{365EC7EC-A449-40EF-BDE7-18A24CC6E1B3}" destId="{BDFF0C10-359F-472E-877D-6F4AB93FB3CF}" srcOrd="2" destOrd="0" parTransId="{99732811-4E55-417D-939D-5FA33A71E8E8}" sibTransId="{B2861C24-9D1A-4F59-A1C3-898F39E2F87F}"/>
    <dgm:cxn modelId="{DB5546B9-3BC0-4C32-AEAA-3101FBF2C80A}" type="presOf" srcId="{365EC7EC-A449-40EF-BDE7-18A24CC6E1B3}" destId="{A5EDC840-A19D-4D3D-9A41-F5B4E099F928}" srcOrd="0" destOrd="0" presId="urn:microsoft.com/office/officeart/2005/8/layout/hierarchy1"/>
    <dgm:cxn modelId="{25B97ABD-4993-4785-8016-A05A93FC35A5}" type="presOf" srcId="{49C46C9C-89B4-460E-AC54-34FF25359674}" destId="{3E847F53-0591-4A39-A39C-51AD3E623EF0}" srcOrd="0" destOrd="0" presId="urn:microsoft.com/office/officeart/2005/8/layout/hierarchy1"/>
    <dgm:cxn modelId="{78305147-88DF-40CF-8EDD-22624ACC0E4C}" type="presParOf" srcId="{A5EDC840-A19D-4D3D-9A41-F5B4E099F928}" destId="{E946E7BD-8242-4A33-825B-667B4E0322CE}" srcOrd="0" destOrd="0" presId="urn:microsoft.com/office/officeart/2005/8/layout/hierarchy1"/>
    <dgm:cxn modelId="{E53F75CB-EA4B-48A8-AE3C-116CBD36C08E}" type="presParOf" srcId="{E946E7BD-8242-4A33-825B-667B4E0322CE}" destId="{3535FBE5-4E0C-452F-B62C-AF0192531381}" srcOrd="0" destOrd="0" presId="urn:microsoft.com/office/officeart/2005/8/layout/hierarchy1"/>
    <dgm:cxn modelId="{50D86CD8-164F-44E0-9640-E9117EFB5538}" type="presParOf" srcId="{3535FBE5-4E0C-452F-B62C-AF0192531381}" destId="{DBE87883-F63A-4ED9-910E-06975F519FBC}" srcOrd="0" destOrd="0" presId="urn:microsoft.com/office/officeart/2005/8/layout/hierarchy1"/>
    <dgm:cxn modelId="{D7021B6C-C0F7-4D04-8570-A9C1F08A4411}" type="presParOf" srcId="{3535FBE5-4E0C-452F-B62C-AF0192531381}" destId="{3E847F53-0591-4A39-A39C-51AD3E623EF0}" srcOrd="1" destOrd="0" presId="urn:microsoft.com/office/officeart/2005/8/layout/hierarchy1"/>
    <dgm:cxn modelId="{4F4B4505-12F1-4883-813A-6E54ACC6D9DF}" type="presParOf" srcId="{E946E7BD-8242-4A33-825B-667B4E0322CE}" destId="{AE779B95-B48F-4148-A70C-306EB1D7BB49}" srcOrd="1" destOrd="0" presId="urn:microsoft.com/office/officeart/2005/8/layout/hierarchy1"/>
    <dgm:cxn modelId="{68FAE4D5-459F-4CA6-A269-5A81435AEA7A}" type="presParOf" srcId="{A5EDC840-A19D-4D3D-9A41-F5B4E099F928}" destId="{C888A03F-AA66-4F52-BBAD-B0F1F505BBBD}" srcOrd="1" destOrd="0" presId="urn:microsoft.com/office/officeart/2005/8/layout/hierarchy1"/>
    <dgm:cxn modelId="{9A11D4AE-0800-449A-80DB-CE8F22A7735C}" type="presParOf" srcId="{C888A03F-AA66-4F52-BBAD-B0F1F505BBBD}" destId="{39C5022E-66FE-49F2-B9AE-28F318FC8618}" srcOrd="0" destOrd="0" presId="urn:microsoft.com/office/officeart/2005/8/layout/hierarchy1"/>
    <dgm:cxn modelId="{78DF3C24-0721-40BC-8D9D-B4A07229773B}" type="presParOf" srcId="{39C5022E-66FE-49F2-B9AE-28F318FC8618}" destId="{DFA1E7AF-4665-4432-A559-85B671EE4B25}" srcOrd="0" destOrd="0" presId="urn:microsoft.com/office/officeart/2005/8/layout/hierarchy1"/>
    <dgm:cxn modelId="{DB64C2E1-A9AC-4E2C-8DE8-F7AB3ACF29A4}" type="presParOf" srcId="{39C5022E-66FE-49F2-B9AE-28F318FC8618}" destId="{187B42CF-1576-46D1-A896-02C77B406F08}" srcOrd="1" destOrd="0" presId="urn:microsoft.com/office/officeart/2005/8/layout/hierarchy1"/>
    <dgm:cxn modelId="{183CD157-3987-490E-AE9B-E953815798C2}" type="presParOf" srcId="{C888A03F-AA66-4F52-BBAD-B0F1F505BBBD}" destId="{ADC2E8AA-3371-48E0-A062-1382AA7F3ACE}" srcOrd="1" destOrd="0" presId="urn:microsoft.com/office/officeart/2005/8/layout/hierarchy1"/>
    <dgm:cxn modelId="{BCEB0F67-D274-49DB-ADEE-AFE2E519042D}" type="presParOf" srcId="{A5EDC840-A19D-4D3D-9A41-F5B4E099F928}" destId="{EF88B39D-24C1-4598-907F-06B26AF942C8}" srcOrd="2" destOrd="0" presId="urn:microsoft.com/office/officeart/2005/8/layout/hierarchy1"/>
    <dgm:cxn modelId="{E9432827-CC4F-4B35-8A93-560CEB8B0B8F}" type="presParOf" srcId="{EF88B39D-24C1-4598-907F-06B26AF942C8}" destId="{02127517-E274-4DBD-8752-F9D9E6058110}" srcOrd="0" destOrd="0" presId="urn:microsoft.com/office/officeart/2005/8/layout/hierarchy1"/>
    <dgm:cxn modelId="{E8E890F0-6D3E-415B-B263-E7AF6EF8601D}" type="presParOf" srcId="{02127517-E274-4DBD-8752-F9D9E6058110}" destId="{508315C9-C3CA-48DF-9EF1-B91BBDD62E1A}" srcOrd="0" destOrd="0" presId="urn:microsoft.com/office/officeart/2005/8/layout/hierarchy1"/>
    <dgm:cxn modelId="{D75BD42C-3ECF-4ABF-B6D2-E91843377595}" type="presParOf" srcId="{02127517-E274-4DBD-8752-F9D9E6058110}" destId="{F6275D3B-46EE-493F-BC43-F2C59DD6A31A}" srcOrd="1" destOrd="0" presId="urn:microsoft.com/office/officeart/2005/8/layout/hierarchy1"/>
    <dgm:cxn modelId="{67B0A70A-49A4-451F-8504-28D72E45A73F}" type="presParOf" srcId="{EF88B39D-24C1-4598-907F-06B26AF942C8}" destId="{D3D7B33B-7A74-4EC5-A01B-715C17C9B8E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E5A6AC-03B9-4BCF-A27E-E215A91FD648}">
      <dsp:nvSpPr>
        <dsp:cNvPr id="0" name=""/>
        <dsp:cNvSpPr/>
      </dsp:nvSpPr>
      <dsp:spPr>
        <a:xfrm>
          <a:off x="979359" y="1106255"/>
          <a:ext cx="798925" cy="798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6033E-2962-4DEF-ACD6-972D72DBA0F8}">
      <dsp:nvSpPr>
        <dsp:cNvPr id="0" name=""/>
        <dsp:cNvSpPr/>
      </dsp:nvSpPr>
      <dsp:spPr>
        <a:xfrm>
          <a:off x="719" y="2171565"/>
          <a:ext cx="2756205" cy="71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AI Wins → +10</a:t>
          </a:r>
        </a:p>
      </dsp:txBody>
      <dsp:txXfrm>
        <a:off x="719" y="2171565"/>
        <a:ext cx="2756205" cy="710156"/>
      </dsp:txXfrm>
    </dsp:sp>
    <dsp:sp modelId="{25E0FE6C-2F9D-460C-9189-626F98A8488A}">
      <dsp:nvSpPr>
        <dsp:cNvPr id="0" name=""/>
        <dsp:cNvSpPr/>
      </dsp:nvSpPr>
      <dsp:spPr>
        <a:xfrm>
          <a:off x="3900996" y="1180076"/>
          <a:ext cx="798925" cy="798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D7BA5-1DBF-465D-BB03-7E18359C6321}">
      <dsp:nvSpPr>
        <dsp:cNvPr id="0" name=""/>
        <dsp:cNvSpPr/>
      </dsp:nvSpPr>
      <dsp:spPr>
        <a:xfrm>
          <a:off x="2751154" y="2161737"/>
          <a:ext cx="3098607" cy="71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Human Wins → -10</a:t>
          </a:r>
        </a:p>
      </dsp:txBody>
      <dsp:txXfrm>
        <a:off x="2751154" y="2161737"/>
        <a:ext cx="3098607" cy="710156"/>
      </dsp:txXfrm>
    </dsp:sp>
    <dsp:sp modelId="{BC37234F-D1FD-45BD-929B-41A4A7EBFC58}">
      <dsp:nvSpPr>
        <dsp:cNvPr id="0" name=""/>
        <dsp:cNvSpPr/>
      </dsp:nvSpPr>
      <dsp:spPr>
        <a:xfrm>
          <a:off x="6621021" y="1180076"/>
          <a:ext cx="798925" cy="798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8F116-10F6-43C9-A2F0-2025EB1DF965}">
      <dsp:nvSpPr>
        <dsp:cNvPr id="0" name=""/>
        <dsp:cNvSpPr/>
      </dsp:nvSpPr>
      <dsp:spPr>
        <a:xfrm>
          <a:off x="6113105" y="2171565"/>
          <a:ext cx="1775390" cy="710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Tie → 0</a:t>
          </a:r>
        </a:p>
      </dsp:txBody>
      <dsp:txXfrm>
        <a:off x="6113105" y="2171565"/>
        <a:ext cx="1775390" cy="7101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E87883-F63A-4ED9-910E-06975F519FBC}">
      <dsp:nvSpPr>
        <dsp:cNvPr id="0" name=""/>
        <dsp:cNvSpPr/>
      </dsp:nvSpPr>
      <dsp:spPr>
        <a:xfrm>
          <a:off x="0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47F53-0591-4A39-A39C-51AD3E623EF0}">
      <dsp:nvSpPr>
        <dsp:cNvPr id="0" name=""/>
        <dsp:cNvSpPr/>
      </dsp:nvSpPr>
      <dsp:spPr>
        <a:xfrm>
          <a:off x="235743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Time Complexity: O(</a:t>
          </a:r>
          <a:r>
            <a:rPr lang="en-US" sz="1900" kern="1200" dirty="0" err="1"/>
            <a:t>b^m</a:t>
          </a:r>
          <a:r>
            <a:rPr lang="en-US" sz="1900" kern="1200" dirty="0"/>
            <a:t>)</a:t>
          </a:r>
        </a:p>
      </dsp:txBody>
      <dsp:txXfrm>
        <a:off x="275203" y="1286723"/>
        <a:ext cx="2042773" cy="1268355"/>
      </dsp:txXfrm>
    </dsp:sp>
    <dsp:sp modelId="{DFA1E7AF-4665-4432-A559-85B671EE4B25}">
      <dsp:nvSpPr>
        <dsp:cNvPr id="0" name=""/>
        <dsp:cNvSpPr/>
      </dsp:nvSpPr>
      <dsp:spPr>
        <a:xfrm>
          <a:off x="2593181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7B42CF-1576-46D1-A896-02C77B406F08}">
      <dsp:nvSpPr>
        <dsp:cNvPr id="0" name=""/>
        <dsp:cNvSpPr/>
      </dsp:nvSpPr>
      <dsp:spPr>
        <a:xfrm>
          <a:off x="2828925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Space Complexity: O(bm)</a:t>
          </a:r>
        </a:p>
      </dsp:txBody>
      <dsp:txXfrm>
        <a:off x="2868385" y="1286723"/>
        <a:ext cx="2042773" cy="1268355"/>
      </dsp:txXfrm>
    </dsp:sp>
    <dsp:sp modelId="{508315C9-C3CA-48DF-9EF1-B91BBDD62E1A}">
      <dsp:nvSpPr>
        <dsp:cNvPr id="0" name=""/>
        <dsp:cNvSpPr/>
      </dsp:nvSpPr>
      <dsp:spPr>
        <a:xfrm>
          <a:off x="5186362" y="1023306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75D3B-46EE-493F-BC43-F2C59DD6A31A}">
      <dsp:nvSpPr>
        <dsp:cNvPr id="0" name=""/>
        <dsp:cNvSpPr/>
      </dsp:nvSpPr>
      <dsp:spPr>
        <a:xfrm>
          <a:off x="5422106" y="1247263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Efficient for small games like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Tic-Tac-Toe.</a:t>
          </a:r>
        </a:p>
      </dsp:txBody>
      <dsp:txXfrm>
        <a:off x="5461566" y="1286723"/>
        <a:ext cx="2042773" cy="12683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6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8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76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5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3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78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6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0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9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1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Building a Tic-Tac-Toe AI using the Minimax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By Ali Raza</a:t>
            </a:r>
          </a:p>
          <a:p>
            <a:r>
              <a:rPr dirty="0"/>
              <a:t>Course: Introduction to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Minimax is a decision-making algorithm for two-player games.</a:t>
            </a:r>
          </a:p>
          <a:p>
            <a:r>
              <a:rPr dirty="0"/>
              <a:t>Used in Tic-Tac-Toe, Chess, Checkers.</a:t>
            </a:r>
          </a:p>
          <a:p>
            <a:r>
              <a:rPr dirty="0"/>
              <a:t>One player maximizes score while the other minimizes it.</a:t>
            </a:r>
          </a:p>
          <a:p>
            <a:r>
              <a:rPr dirty="0"/>
              <a:t>Helps computers plan and make optimal moves.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Minimax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Explores all possible moves and outcomes.</a:t>
            </a:r>
          </a:p>
          <a:p>
            <a:r>
              <a:rPr dirty="0"/>
              <a:t>Assumes both players play optimally.</a:t>
            </a:r>
          </a:p>
          <a:p>
            <a:r>
              <a:rPr dirty="0"/>
              <a:t>Maximizing player tries to get highest score.</a:t>
            </a:r>
          </a:p>
          <a:p>
            <a:r>
              <a:rPr dirty="0"/>
              <a:t>Minimizing player tries to reduce opponent’s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Scoring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633459-7899-6196-8E65-383E7805FE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2261102"/>
              </p:ext>
            </p:extLst>
          </p:nvPr>
        </p:nvGraphicFramePr>
        <p:xfrm>
          <a:off x="271538" y="2442560"/>
          <a:ext cx="8253029" cy="39879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495"/>
            <a:ext cx="7772400" cy="1609344"/>
          </a:xfrm>
        </p:spPr>
        <p:txBody>
          <a:bodyPr/>
          <a:lstStyle/>
          <a:p>
            <a:r>
              <a:rPr dirty="0"/>
              <a:t>Minimax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88026"/>
            <a:ext cx="7772400" cy="5225845"/>
          </a:xfrm>
        </p:spPr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minimax(board, depth,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isMax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game over: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score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isMax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inf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moves: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make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move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minimax(board, depth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undo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move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best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inf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moves: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make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move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minimax(board, depth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undo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move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best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dirty="0"/>
              <a:t>Tic-Tac-Toe Board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121408"/>
            <a:ext cx="3569589" cy="4050792"/>
          </a:xfrm>
        </p:spPr>
        <p:txBody>
          <a:bodyPr>
            <a:normAutofit/>
          </a:bodyPr>
          <a:lstStyle/>
          <a:p>
            <a:r>
              <a:rPr dirty="0"/>
              <a:t>A simple 3x3 grid representing the game state.</a:t>
            </a:r>
          </a:p>
          <a:p>
            <a:r>
              <a:rPr dirty="0"/>
              <a:t>AI ('X') and Human ('O') take alternate turns.</a:t>
            </a:r>
          </a:p>
          <a:p>
            <a:r>
              <a:rPr dirty="0"/>
              <a:t>Each empty cell represents a potential move.</a:t>
            </a:r>
          </a:p>
        </p:txBody>
      </p:sp>
      <p:pic>
        <p:nvPicPr>
          <p:cNvPr id="6" name="Picture 5" descr="A game with x and o&#10;&#10;AI-generated content may be incorrect.">
            <a:extLst>
              <a:ext uri="{FF2B5EF4-FFF2-40B4-BE49-F238E27FC236}">
                <a16:creationId xmlns:a16="http://schemas.microsoft.com/office/drawing/2014/main" id="{6CF4526A-0913-8C3B-F722-0638F830D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38" b="3"/>
          <a:stretch>
            <a:fillRect/>
          </a:stretch>
        </p:blipFill>
        <p:spPr>
          <a:xfrm>
            <a:off x="4761738" y="1642430"/>
            <a:ext cx="3579876" cy="3980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A0BF8-86EA-0058-2F55-D6459167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DF492-FB3F-855E-8B32-1045E444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US" dirty="0"/>
              <a:t>Game Tree Visualization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CC61F-6C6B-E86A-7265-9679535DB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386" y="2121408"/>
            <a:ext cx="3769614" cy="405079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Root = current board state.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Branches = possible moves.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Leaves = final outcomes (Win/Lose/Tie).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Minimax explores all paths to choose the optimal one.</a:t>
            </a:r>
          </a:p>
        </p:txBody>
      </p:sp>
      <p:pic>
        <p:nvPicPr>
          <p:cNvPr id="4" name="Picture 3" descr="A diagram of a state&#10;&#10;AI-generated content may be incorrect.">
            <a:extLst>
              <a:ext uri="{FF2B5EF4-FFF2-40B4-BE49-F238E27FC236}">
                <a16:creationId xmlns:a16="http://schemas.microsoft.com/office/drawing/2014/main" id="{4696328F-254B-F664-8E3A-5677CADC07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02" r="19628"/>
          <a:stretch>
            <a:fillRect/>
          </a:stretch>
        </p:blipFill>
        <p:spPr>
          <a:xfrm>
            <a:off x="4772027" y="1779639"/>
            <a:ext cx="4178710" cy="389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17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 Decision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(Max) → Human (Min) → AI (Max)... recursively.</a:t>
            </a:r>
          </a:p>
          <a:p>
            <a:r>
              <a:rPr dirty="0"/>
              <a:t>Maximizer aims to maximize score.</a:t>
            </a:r>
          </a:p>
          <a:p>
            <a:r>
              <a:rPr dirty="0"/>
              <a:t>Minimizer aims to minimize opponent's score.</a:t>
            </a:r>
          </a:p>
          <a:p>
            <a:r>
              <a:rPr dirty="0"/>
              <a:t>The recursion continues until terminal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7CCC-E327-57D9-6C8D-10595E9D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Decision Flow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CA17DFB-26C5-E9FF-BF08-F287A7EE7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8814" y="2120900"/>
            <a:ext cx="6066372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272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Alpha-Beta Pruning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α = best value that Maximizer can guarantee.</a:t>
            </a:r>
          </a:p>
          <a:p>
            <a:r>
              <a:rPr dirty="0"/>
              <a:t>β = best value that Minimizer can guarantee.</a:t>
            </a:r>
          </a:p>
          <a:p>
            <a:r>
              <a:rPr dirty="0"/>
              <a:t>Prune branches when α ≥ β.</a:t>
            </a:r>
          </a:p>
          <a:p>
            <a:r>
              <a:rPr dirty="0"/>
              <a:t>→ Skips unnecessary calculations to speed up search.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Alpha-Beta Pruning to skip redundant nodes.</a:t>
            </a:r>
          </a:p>
          <a:p>
            <a:r>
              <a:t>• Limit recursion depth for complex games.</a:t>
            </a:r>
          </a:p>
          <a:p>
            <a:r>
              <a:t>• Use heuristic evaluation functions for large trees.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Complexity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BBA92F-FB50-3CF3-0CB3-F9247116EA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261782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Explain the Minimax Algorithm.</a:t>
            </a:r>
          </a:p>
          <a:p>
            <a:r>
              <a:rPr dirty="0"/>
              <a:t>Implement recursive game tree search.</a:t>
            </a:r>
          </a:p>
          <a:p>
            <a:r>
              <a:rPr dirty="0"/>
              <a:t>Build a playable Tic-Tac-Toe AI.</a:t>
            </a:r>
          </a:p>
          <a:p>
            <a:r>
              <a:rPr dirty="0"/>
              <a:t>Understand optimization techniques.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Minimax is the foundation of modern AI decision-making.</a:t>
            </a:r>
          </a:p>
          <a:p>
            <a:r>
              <a:rPr dirty="0"/>
              <a:t>Helps computers reason about optimal strategy.</a:t>
            </a:r>
          </a:p>
          <a:p>
            <a:r>
              <a:rPr dirty="0"/>
              <a:t>Builds intuition for Game Theory and AI Planning.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84631"/>
            <a:ext cx="7772400" cy="5798181"/>
          </a:xfrm>
        </p:spPr>
        <p:txBody>
          <a:bodyPr>
            <a:normAutofit/>
          </a:bodyPr>
          <a:lstStyle/>
          <a:p>
            <a:pPr algn="ctr"/>
            <a:r>
              <a:rPr sz="6600" dirty="0"/>
              <a:t>Thank You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 Tic-Tac-Toe AI using Minimax.</a:t>
            </a:r>
          </a:p>
          <a:p>
            <a:r>
              <a:rPr dirty="0"/>
              <a:t>Add Alpha-Beta Pruning optimization.</a:t>
            </a:r>
          </a:p>
          <a:p>
            <a:r>
              <a:rPr dirty="0"/>
              <a:t>Visualize the game tree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562856"/>
            <a:ext cx="7772400" cy="1609344"/>
          </a:xfrm>
        </p:spPr>
        <p:txBody>
          <a:bodyPr/>
          <a:lstStyle/>
          <a:p>
            <a:r>
              <a:rPr dirty="0"/>
              <a:t>Implement</a:t>
            </a:r>
            <a:r>
              <a:rPr lang="en-US" dirty="0"/>
              <a:t> </a:t>
            </a:r>
            <a:r>
              <a:rPr dirty="0"/>
              <a:t>Minimax</a:t>
            </a:r>
            <a:r>
              <a:rPr lang="en-US" dirty="0"/>
              <a:t> on </a:t>
            </a:r>
            <a:r>
              <a:rPr lang="en-US" b="1" dirty="0"/>
              <a:t>Connect Four </a:t>
            </a:r>
            <a:r>
              <a:rPr lang="en-US" dirty="0"/>
              <a:t>game</a:t>
            </a:r>
            <a:endParaRPr b="1" dirty="0"/>
          </a:p>
          <a:p>
            <a:r>
              <a:rPr dirty="0"/>
              <a:t>Add Alpha-Beta Pruning optimization.</a:t>
            </a:r>
          </a:p>
          <a:p>
            <a:r>
              <a:rPr dirty="0"/>
              <a:t>Visualize the game tree</a:t>
            </a:r>
          </a:p>
        </p:txBody>
      </p:sp>
      <p:pic>
        <p:nvPicPr>
          <p:cNvPr id="5" name="Picture 4" descr="A blue game with yellow and red circles&#10;&#10;Description automatically generated">
            <a:extLst>
              <a:ext uri="{FF2B5EF4-FFF2-40B4-BE49-F238E27FC236}">
                <a16:creationId xmlns:a16="http://schemas.microsoft.com/office/drawing/2014/main" id="{E24518B7-2A34-F7CC-F06E-A46741FC17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6" t="8533" r="5067" b="5200"/>
          <a:stretch/>
        </p:blipFill>
        <p:spPr>
          <a:xfrm>
            <a:off x="3217545" y="1653946"/>
            <a:ext cx="2708910" cy="258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991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86</TotalTime>
  <Words>480</Words>
  <Application>Microsoft Office PowerPoint</Application>
  <PresentationFormat>On-screen Show (4:3)</PresentationFormat>
  <Paragraphs>81</Paragraphs>
  <Slides>17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Consolas</vt:lpstr>
      <vt:lpstr>Rockwell</vt:lpstr>
      <vt:lpstr>Rockwell Condensed</vt:lpstr>
      <vt:lpstr>Wingdings</vt:lpstr>
      <vt:lpstr>Wood Type</vt:lpstr>
      <vt:lpstr>Building a Tic-Tac-Toe AI using the Minimax Algorithm</vt:lpstr>
      <vt:lpstr>Introduction</vt:lpstr>
      <vt:lpstr>How Minimax Works</vt:lpstr>
      <vt:lpstr>Scoring System</vt:lpstr>
      <vt:lpstr>Minimax Pseudocode</vt:lpstr>
      <vt:lpstr>Tic-Tac-Toe Board Example</vt:lpstr>
      <vt:lpstr>Game Tree Visualization</vt:lpstr>
      <vt:lpstr>AI Decision Flow</vt:lpstr>
      <vt:lpstr>AI Decision Flow</vt:lpstr>
      <vt:lpstr>Alpha-Beta Pruning</vt:lpstr>
      <vt:lpstr>Optimization Tips</vt:lpstr>
      <vt:lpstr>Complexity Analysis</vt:lpstr>
      <vt:lpstr>Learning Outcomes</vt:lpstr>
      <vt:lpstr>Conclusion</vt:lpstr>
      <vt:lpstr>Thank You</vt:lpstr>
      <vt:lpstr>Practice</vt:lpstr>
      <vt:lpstr>Assignment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Tic-Tac-Toe AI using the Minimax Algorithm</dc:title>
  <dc:subject/>
  <dc:creator/>
  <cp:keywords/>
  <dc:description>generated using python-pptx</dc:description>
  <cp:lastModifiedBy>Ali</cp:lastModifiedBy>
  <cp:revision>2</cp:revision>
  <dcterms:created xsi:type="dcterms:W3CDTF">2013-01-27T09:14:16Z</dcterms:created>
  <dcterms:modified xsi:type="dcterms:W3CDTF">2025-10-23T14:28:34Z</dcterms:modified>
  <cp:category/>
</cp:coreProperties>
</file>